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sldIdLst>
    <p:sldId id="257" r:id="rId3"/>
    <p:sldId id="266" r:id="rId4"/>
    <p:sldId id="269" r:id="rId5"/>
    <p:sldId id="267" r:id="rId6"/>
    <p:sldId id="258" r:id="rId7"/>
    <p:sldId id="268" r:id="rId8"/>
    <p:sldId id="276" r:id="rId9"/>
    <p:sldId id="270" r:id="rId10"/>
    <p:sldId id="277" r:id="rId11"/>
    <p:sldId id="271" r:id="rId12"/>
    <p:sldId id="278" r:id="rId13"/>
    <p:sldId id="272" r:id="rId14"/>
    <p:sldId id="279" r:id="rId15"/>
    <p:sldId id="273" r:id="rId16"/>
    <p:sldId id="280" r:id="rId17"/>
    <p:sldId id="281" r:id="rId18"/>
    <p:sldId id="283" r:id="rId19"/>
    <p:sldId id="288" r:id="rId20"/>
    <p:sldId id="284" r:id="rId21"/>
    <p:sldId id="289" r:id="rId22"/>
    <p:sldId id="286" r:id="rId23"/>
    <p:sldId id="290" r:id="rId24"/>
    <p:sldId id="285" r:id="rId25"/>
    <p:sldId id="291" r:id="rId26"/>
    <p:sldId id="287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299" r:id="rId35"/>
    <p:sldId id="300" r:id="rId36"/>
    <p:sldId id="301" r:id="rId37"/>
    <p:sldId id="302" r:id="rId38"/>
    <p:sldId id="274" r:id="rId39"/>
    <p:sldId id="275" r:id="rId40"/>
    <p:sldId id="28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65AA6-FA59-37BB-1116-10DCC436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D7DB1-A383-E036-C53A-45667A6D1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05A9D-E94E-90F4-2FC6-EAC58F3F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F722-1E70-100F-0BA8-D420A4959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4ADE-91E6-19A3-1FB3-7064834E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82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6E55-BC16-035E-0FF5-8F16B774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ED4B-5930-7009-7AD4-D895909B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AAC8-910D-422F-99E5-A9279F985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4A30-F53D-CFC0-1AB0-DB43DB0F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0C38-5845-5229-8649-AEE070C2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07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3F-89A1-17BB-83D7-ADFE16CD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3E53-7002-9E42-D3F2-7962ED576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F505B-35C4-E85C-E261-F7A795E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AE927-5C63-A3D6-013C-579E9B97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CEB5-8B7B-D5E9-63E4-13344777A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8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733A-D869-9CE9-0E8E-73F27EE4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A1D2-84DA-7BC3-EE49-201844FC0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AD1F-56F5-ECCB-DAEA-F7500995D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F033F-7A0A-814C-5789-1E58E52C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5EDF8-31B7-C076-64FC-5FCDEDB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53A22-83CF-0A61-0C1B-4C5D8777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82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FFCC4-2C4B-77AF-83A3-5EAB41FB0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48FA-2BCB-F2DD-ED9D-B60C83742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6B974-D060-AE44-A217-3F14BCA78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CDC68-1224-2832-6EDC-B325471814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F3F33-7466-6379-A9D8-A636904CE5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B3507-AB8A-7E0A-385A-99C83477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3F39EE-DFE4-9864-9D61-A2E91E14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100CB-5D36-9524-3D76-A3B2A90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24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E905D-DBAA-9014-230A-1AEF9AA0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D8C19-01B8-0B28-4110-C857442D1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E54A8-71C2-86EF-8839-9DD9FDB9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61E694-6ED8-C793-C695-ED58956A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27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8468-F886-AC5F-8E8A-3D9C0F41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77EB8-6B90-B98A-E042-C5FC0FE4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2DBA-2976-54AA-A794-560E9C44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72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5B2B-617A-EBB6-BE8E-ECB853F39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13C9-61BB-EA11-31B1-6073DE9DA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9EE0E-D19C-565B-67DE-78B084DE3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C87C2-AB12-AEE5-C477-BF3936A2F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02B2E-A2D1-0874-6045-33833F7A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91CAF-152E-60FA-5902-636B3CE2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AC68-D1BB-6F9E-DA36-BDE36E7A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4B4F4-C0CA-C98E-3895-C3065EE37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FD367-4F75-28A1-6010-F3D13187B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CAC41C-7144-043D-0354-168C26BD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7F274-C2D8-3F78-87EE-EF035232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4AAC0-87D1-11C1-9BBC-06C93BD02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9762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B5F1-53EB-7A46-6B4C-D9C0A0CA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21CA8-A85B-2020-1ADD-005DF6913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C3699-89D9-5B0F-E49F-A974853BB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A2580-9AD9-3DE7-33B4-ECBDBC22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58291-B10F-A6BC-0F60-8F5091E7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4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1E50C4-3E99-35F0-8465-EDF01251D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30687-392C-0482-2543-4699DD4E9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B811B-FCBE-D2CD-F385-E7E81EEE0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4C11E-5ADF-E6E1-22C7-B3CEA9FB4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2EE6B-1A04-5A7C-58BB-E9314046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547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67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04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DIVIDER SLIDE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l">
              <a:buNone/>
              <a:defRPr sz="2800" b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pic>
        <p:nvPicPr>
          <p:cNvPr id="7" name="Picture 6" descr="University at Buffalo, The State University of New York logo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2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51F46-BA21-2546-AE85-93B56EC061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238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2B2E-D090-724F-8681-FBE0CDA2F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59530-982F-0F4F-B296-9DB2F44D8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928" y="2185416"/>
            <a:ext cx="4500372" cy="39486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367C6-4AC8-9C47-BDFA-A5613CF90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200" y="2185416"/>
            <a:ext cx="4498848" cy="395020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3F1F-FF47-0844-82BA-F475FCD0AA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56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5C5C1-32E2-374C-809B-D54BEC1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8817A-73B4-F340-8D0E-FB813E55F79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6928" y="2185416"/>
            <a:ext cx="5138928" cy="393192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26641-0094-3D49-865E-3DB9ECAC4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928" y="2593340"/>
            <a:ext cx="5140515" cy="3535744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E11705-25F9-194A-9D2F-C9FEEA3A574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185416"/>
            <a:ext cx="5138928" cy="394980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78716-6004-6344-B5D2-C780B062C9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90800"/>
            <a:ext cx="5138928" cy="3538728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A91F9-8796-3D42-B75E-9C7F7D9B73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442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2439-3BDA-DB47-AA02-5590274D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2EBF7-C6C5-4541-B47E-7FB413A3DF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2063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613847-6053-FF4A-A422-D886A866F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636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C6EF38F-8DF7-3941-B22C-502232E4CB0B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098566" y="927100"/>
            <a:ext cx="7093434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C17C1-D75E-7F4A-895D-15D9E2D1D3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422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CAA554F-B37C-9E47-B5E4-82235D4EC6CD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114631" y="934720"/>
            <a:ext cx="7077369" cy="306467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F5FDDA2-E7AF-294B-ACDF-BDB5997277BC}"/>
              </a:ext>
            </a:extLst>
          </p:cNvPr>
          <p:cNvSpPr>
            <a:spLocks noGrp="1" noChangeAspect="1"/>
          </p:cNvSpPr>
          <p:nvPr>
            <p:ph type="pic" idx="14"/>
          </p:nvPr>
        </p:nvSpPr>
        <p:spPr>
          <a:xfrm>
            <a:off x="5114631" y="3998296"/>
            <a:ext cx="360252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2499D1A-BF4E-8444-BF94-86863CA11648}"/>
              </a:ext>
            </a:extLst>
          </p:cNvPr>
          <p:cNvSpPr>
            <a:spLocks noGrp="1" noChangeAspect="1"/>
          </p:cNvSpPr>
          <p:nvPr>
            <p:ph type="pic" idx="15"/>
          </p:nvPr>
        </p:nvSpPr>
        <p:spPr>
          <a:xfrm>
            <a:off x="8701089" y="3998296"/>
            <a:ext cx="349091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F90DAFF-101D-E948-A7EE-D57686CEB2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07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Wid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47F2-B572-1341-97A2-03F799FC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21EA68-2B0A-7648-9710-0081FFDD7D68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927100"/>
            <a:ext cx="12192000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2F5B-0BEC-1B48-AF19-F70CBF88DDD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770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hart Placeholder 2">
            <a:extLst>
              <a:ext uri="{FF2B5EF4-FFF2-40B4-BE49-F238E27FC236}">
                <a16:creationId xmlns:a16="http://schemas.microsoft.com/office/drawing/2014/main" id="{7B782143-2792-E14B-AE51-0FFA9028EB8A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161935" y="1976285"/>
            <a:ext cx="6325152" cy="39673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none"/>
        </p:style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 dirty="0"/>
          </a:p>
          <a:p>
            <a:r>
              <a:rPr lang="en-US" dirty="0"/>
              <a:t>Drag chart to placeholder or click icon to add chart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BFC18-7AE9-1C44-9039-61F804A6140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8E28A-FA9C-1F94-4AAF-7D1EA9EE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2C0BD-9D45-A2BC-556F-135F86586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0EA5-5231-11B4-D8B6-B8556F91ED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89216-17C7-42B4-8358-3A04FAE94BE2}" type="datetimeFigureOut">
              <a:rPr lang="en-IN" smtClean="0"/>
              <a:t>03-05-2025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2CF34-2F03-E81E-AB80-02FA34A92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24ACB-F6A6-5E1E-A4B3-4198394D2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42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614BA-85C5-BA49-A402-F7BCCCDB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66ADF-AEA5-DC4B-841D-168372B89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928" y="2185416"/>
            <a:ext cx="10515600" cy="39682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University at Buffalo, The State University of New York logo">
            <a:extLst>
              <a:ext uri="{FF2B5EF4-FFF2-40B4-BE49-F238E27FC236}">
                <a16:creationId xmlns:a16="http://schemas.microsoft.com/office/drawing/2014/main" id="{27B0F206-4721-B742-B71F-C0AADA23A98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90E-48FE-324B-A4AD-34E3A7792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74280" y="631977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2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esentation Title">
            <a:extLst>
              <a:ext uri="{FF2B5EF4-FFF2-40B4-BE49-F238E27FC236}">
                <a16:creationId xmlns:a16="http://schemas.microsoft.com/office/drawing/2014/main" id="{1089AC9A-5D7D-5A4C-8605-7607252D4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45831"/>
            <a:ext cx="6638544" cy="2386584"/>
          </a:xfrm>
        </p:spPr>
        <p:txBody>
          <a:bodyPr/>
          <a:lstStyle/>
          <a:p>
            <a:r>
              <a:rPr lang="en-US" dirty="0"/>
              <a:t>Exploring RL Algorithms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C16AB-0F9F-871C-1B92-948C0FC21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68" y="4340830"/>
            <a:ext cx="6638544" cy="1650381"/>
          </a:xfrm>
        </p:spPr>
        <p:txBody>
          <a:bodyPr/>
          <a:lstStyle/>
          <a:p>
            <a:r>
              <a:rPr lang="en-US" dirty="0"/>
              <a:t>Course: Reinforcement Learning</a:t>
            </a:r>
          </a:p>
          <a:p>
            <a:r>
              <a:rPr lang="en-US" dirty="0"/>
              <a:t>Instructor: Professor Alina Vereshchaka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522450-6955-AAB1-AC76-81F20CE64246}"/>
              </a:ext>
            </a:extLst>
          </p:cNvPr>
          <p:cNvSpPr txBox="1">
            <a:spLocks/>
          </p:cNvSpPr>
          <p:nvPr/>
        </p:nvSpPr>
        <p:spPr>
          <a:xfrm>
            <a:off x="658368" y="2690449"/>
            <a:ext cx="6638544" cy="1650381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0" i="0" kern="120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Presenters: Harsh Bhargava </a:t>
            </a:r>
          </a:p>
          <a:p>
            <a:r>
              <a:rPr lang="en-US" dirty="0"/>
              <a:t>			and </a:t>
            </a:r>
          </a:p>
          <a:p>
            <a:r>
              <a:rPr lang="en-US" dirty="0"/>
              <a:t>		Vivek Viswam R. V.</a:t>
            </a:r>
          </a:p>
        </p:txBody>
      </p:sp>
    </p:spTree>
    <p:extLst>
      <p:ext uri="{BB962C8B-B14F-4D97-AF65-F5344CB8AC3E}">
        <p14:creationId xmlns:p14="http://schemas.microsoft.com/office/powerpoint/2010/main" val="4078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88DBE833-A922-5747-A36B-4314D311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lide Text">
            <a:extLst>
              <a:ext uri="{FF2B5EF4-FFF2-40B4-BE49-F238E27FC236}">
                <a16:creationId xmlns:a16="http://schemas.microsoft.com/office/drawing/2014/main" id="{38F3A7AD-BFCA-B14B-8363-A4C1A4B74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7219052" cy="396824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aim is to compare the performance of multiple advanced RL algorithms with the baseline algorithms implemented in Assignment-2 on multiple environments.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1E758566-FAE7-1B41-AABE-FDB3CDFB0B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97EF4A-40C6-024D-A945-B03D1BBD02F7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67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B187-6277-CD39-8D83-746AA70B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Implemented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9CAB-8F0C-C29E-6DDA-C3E95CD7A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Vanilla DQN (Baseline)</a:t>
            </a:r>
          </a:p>
          <a:p>
            <a:r>
              <a:rPr lang="en-US" dirty="0"/>
              <a:t>DDQN (Baseline)</a:t>
            </a:r>
          </a:p>
          <a:p>
            <a:r>
              <a:rPr lang="en-US" dirty="0"/>
              <a:t>Dueling DQN</a:t>
            </a:r>
          </a:p>
          <a:p>
            <a:r>
              <a:rPr lang="en-US" dirty="0"/>
              <a:t>Rainbow DQN</a:t>
            </a:r>
          </a:p>
          <a:p>
            <a:r>
              <a:rPr lang="en-US" dirty="0"/>
              <a:t>PPO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F74CF-8AD1-B45E-12AC-758C4EA311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6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8D75-FB98-1BC8-BDA9-002FE7DF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Explored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98B34-DEBE-1A6B-5A01-332FB40CA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Atari Pong : PongNoFrameSkip-v5</a:t>
            </a:r>
          </a:p>
          <a:p>
            <a:r>
              <a:rPr lang="en-US" dirty="0"/>
              <a:t>Lunar Lander – v3</a:t>
            </a:r>
          </a:p>
          <a:p>
            <a:r>
              <a:rPr lang="en-US" dirty="0" err="1"/>
              <a:t>Acrobot</a:t>
            </a:r>
            <a:r>
              <a:rPr lang="en-US" dirty="0"/>
              <a:t> – v1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EA881-FDC3-CD73-8868-46EB073746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53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B0882130-6200-324C-8A79-B506D3428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F57E7746-DDC4-614A-A7D1-B72950AB5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184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07C9-150B-C55F-D340-B2E19D54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B41C-5C77-18F0-79C3-F88236032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D50733-5EB9-E437-39DE-22C77AC84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82" y="2796518"/>
            <a:ext cx="5113265" cy="28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88A30D-DA00-9B80-7B5D-C47E9531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23" y="2831471"/>
            <a:ext cx="5193955" cy="2885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62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7A66-589C-4750-B586-0AB03AB0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312A8-D54C-27B1-D94C-9748C170E5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6EC89B-F05F-3ABE-9582-88F603B7C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67" y="2621361"/>
            <a:ext cx="5257307" cy="29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4DBBB0-2DF7-244A-7CEA-6415501BB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9073" y="2590748"/>
            <a:ext cx="5428826" cy="3023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23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BBCD5-741C-6AFA-01F5-B8DFBD63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74ED1-0777-DAD5-5945-A33F1FA69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A2B400B-7C44-2388-70D7-82A66858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" y="2589196"/>
            <a:ext cx="5680937" cy="313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B47781B-A9D0-62A3-B05D-3CBF4378A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683" y="2620007"/>
            <a:ext cx="5680937" cy="315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5033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C7170-8676-0427-9E1E-06B5F775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DDQN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A4230-E31A-AD68-659A-84A4ED86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115924-6A82-84E6-0DA5-8B60F75D4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" y="2696441"/>
            <a:ext cx="4842470" cy="266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0B1947B-ABBC-9320-5468-19144C363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88473"/>
            <a:ext cx="5284272" cy="287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3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A5F-6F3D-6018-E8FC-BB54F714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Dueling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2BD112-D294-537A-DC31-04F1D9BCEB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8D00D1E-1973-AC7B-0611-D304B5D1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0" y="2375925"/>
            <a:ext cx="5831130" cy="321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72FAD61-CCD1-CEF6-8A38-C4E7E9386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173" y="2412910"/>
            <a:ext cx="5716704" cy="317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6892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A2DF-5701-173A-B582-27B3D98A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Pong Dueling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117401-0BCD-E439-267B-CC8B34C8D5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5A72A6B-14F6-8661-6852-6F8C43573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61" y="2510756"/>
            <a:ext cx="5634439" cy="314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D2AD160-8BCE-7DA4-D39F-ACD74D44D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056" y="2510756"/>
            <a:ext cx="5634439" cy="309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974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21F7-1293-409F-2475-5B8B6889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Rainbow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A1B90-ACD9-3E01-DDDB-0C71E9C21F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787BF01-F8ED-3BC8-5891-2868CFCE1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75" y="2628079"/>
            <a:ext cx="5327299" cy="293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22318196-6E67-F5D4-0E6D-1F55BF392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78834"/>
            <a:ext cx="4837596" cy="268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9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76D4-B67D-D2FB-28F4-09A23859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922554" cy="1089529"/>
          </a:xfrm>
        </p:spPr>
        <p:txBody>
          <a:bodyPr/>
          <a:lstStyle/>
          <a:p>
            <a:r>
              <a:rPr lang="en-US" dirty="0"/>
              <a:t>Pong: Rainbow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71FD3-AD12-E54D-0CF0-DD57580AF3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BF17EAC-6770-AE63-04E9-249E0D7C5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4AD2BE67-5AF9-60B1-411F-B27B7801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390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3B28-2ABA-265F-C914-9026DDA2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PPO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BADC1-4AD6-BE17-BFD5-5D792DC2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3C3145CA-4E19-9B00-A001-DC05D02A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59" y="2659736"/>
            <a:ext cx="5637450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AF4A3FDF-CD33-74AE-87F5-4B3AE4EC4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557" y="2659736"/>
            <a:ext cx="5558143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951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9E2B-DE49-EEFF-CAA8-0145B3E2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PPO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52494-97F0-BA49-EB58-2C3D6826CC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6E58698-A284-7B05-4091-2739443DA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04" y="2418542"/>
            <a:ext cx="7617242" cy="418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5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FFDE-A12A-74C2-BEA9-5432E9111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0AC1C-8DBD-FBEC-8034-BC01D2E33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BB9466-4199-39F4-371F-1BEDED8A5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904883"/>
              </p:ext>
            </p:extLst>
          </p:nvPr>
        </p:nvGraphicFramePr>
        <p:xfrm>
          <a:off x="630302" y="2445411"/>
          <a:ext cx="9375969" cy="3620866"/>
        </p:xfrm>
        <a:graphic>
          <a:graphicData uri="http://schemas.openxmlformats.org/drawingml/2006/table">
            <a:tbl>
              <a:tblPr/>
              <a:tblGrid>
                <a:gridCol w="1682866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2692586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1754989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3245528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Evaluation Average Reward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8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2A0A8-4F3D-5BF3-3A95-054E7716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4D672-4DA5-A93E-B221-C09FDAEF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32" y="2260288"/>
            <a:ext cx="498227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4E3709-291D-AC80-16EF-3603B4888F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B3646C-C028-F751-BA23-8C8DD27E7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974" y="2260288"/>
            <a:ext cx="4906060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76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1FEE-8E9F-5E45-7E49-41467AD25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845F-5513-C048-88D5-DAADAC6D0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Lunar Lander: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40B7D8-736A-9961-AECA-1D2476523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69066"/>
            <a:ext cx="4991797" cy="380100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F2524-66B4-C477-DE9C-17FC3A8631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40477-7307-0249-1D56-6AC09644E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71" y="2269066"/>
            <a:ext cx="5172797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97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9347-4179-726C-3563-30CCA4EC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C250-3920-3257-9170-7757D9F9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477147-37F3-1BAC-A9F2-2E91347ABF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314151"/>
            <a:ext cx="5001323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8E4C1-5A25-89CA-F3FE-884C723E42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E98312-1E28-B19F-331C-4EFB1453F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94" y="2314151"/>
            <a:ext cx="4801270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68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EF5C0-C5D7-22B1-5B55-0F2700BB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B5FC-FCE0-428F-ED87-A023CA83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550990" cy="1089529"/>
          </a:xfrm>
        </p:spPr>
        <p:txBody>
          <a:bodyPr/>
          <a:lstStyle/>
          <a:p>
            <a:r>
              <a:rPr lang="en-US" dirty="0"/>
              <a:t>Lunar Lander: DDQN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F36AB1-8C48-E461-86F5-9D0C2643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52621"/>
            <a:ext cx="4925112" cy="381053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63D24-84E6-37B1-DE53-0B03DD9406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61ACA2-7965-DFD0-1D14-4757734C4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625" y="2152621"/>
            <a:ext cx="509658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04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B2717-4019-2363-FF13-5F30EEAC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9A9B-D3AE-1B5B-B27E-B418CCE9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9548" cy="1089529"/>
          </a:xfrm>
        </p:spPr>
        <p:txBody>
          <a:bodyPr/>
          <a:lstStyle/>
          <a:p>
            <a:r>
              <a:rPr lang="en-US" dirty="0"/>
              <a:t>Lunar Lander: Dueling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389EF9E-57D9-E7EE-A60E-8CFD0E452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0061"/>
            <a:ext cx="5039428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68909C-6367-4216-C46F-61ADC10026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AB77F9-5087-D06C-5420-CD1C9E3CA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386" y="2230061"/>
            <a:ext cx="4867954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048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4D60C-5F1F-F37E-7C29-15F96650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0077-5261-3DE6-5900-CFE01784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533353" cy="1089529"/>
          </a:xfrm>
        </p:spPr>
        <p:txBody>
          <a:bodyPr/>
          <a:lstStyle/>
          <a:p>
            <a:r>
              <a:rPr lang="en-US" dirty="0"/>
              <a:t>Lunar Lander: Dueling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87999B-091D-57E2-168D-E1E91C5DD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25626"/>
            <a:ext cx="4867954" cy="373432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B120-AC21-FCDE-0A71-737C39F62C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E8BAF8-066E-B412-0504-F84049A7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846" y="2177994"/>
            <a:ext cx="4982270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45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18EF-F293-B67E-73BA-475DDA0B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09B-0D60-A8FD-109E-DC46830A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2568" cy="1089529"/>
          </a:xfrm>
        </p:spPr>
        <p:txBody>
          <a:bodyPr/>
          <a:lstStyle/>
          <a:p>
            <a:r>
              <a:rPr lang="en-US" dirty="0"/>
              <a:t>Lunar Lander: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4A46C9-CE48-193A-F930-AA0E5E41B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38179"/>
            <a:ext cx="503942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8476BF-F81F-2483-2378-E51A8739F1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1AFFB-F987-28CB-7638-5B45E6A31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300" y="2090547"/>
            <a:ext cx="4829849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535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AB73-2D81-8050-69F6-E64B4B2A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C861-62FB-CA2B-4EBD-ED860D091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344889" cy="1089529"/>
          </a:xfrm>
        </p:spPr>
        <p:txBody>
          <a:bodyPr/>
          <a:lstStyle/>
          <a:p>
            <a:r>
              <a:rPr lang="en-US" dirty="0"/>
              <a:t>Lunar Lander: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4020E9-9CE0-5237-2255-DB8CB0834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157713"/>
            <a:ext cx="496321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4F488-3750-85C9-9AA6-076FA47918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AE6B44-BF77-2DF7-E20C-47F2987D1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47" y="2210259"/>
            <a:ext cx="5058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086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29A4D-E284-2025-D7A0-178E3FFA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CC4D-7227-3F81-BF01-3D884EC2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(Training)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8940AA-CFE3-1A61-34AC-6227F329C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74220"/>
            <a:ext cx="519185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F2144-8651-8D21-787F-26B6B82028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25C59B-38B9-5440-6C89-B4C8AEC1DB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78" y="2141064"/>
            <a:ext cx="4953691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020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960D2-BF73-EA72-D080-024DFE87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3266-3C04-D729-1AB6-FB762922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D234-BE31-E1E9-659A-EB12F018FD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49DEAC-AC95-BF56-013E-370F75FF3C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55820"/>
            <a:ext cx="5048955" cy="3781953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AB25F0-0291-06C3-30B8-78E7BDF5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469" y="2255820"/>
            <a:ext cx="4915586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036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8EBE-DF5A-AD58-26CD-FB6D26EF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3E1D-B09E-9DC8-1C1F-36F760913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0FF98E-997E-1B42-6637-0B0AC7D7D8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009A78-A370-D373-6C3F-C82D6CEC9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61994"/>
            <a:ext cx="4991797" cy="3734321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103A1E-F45C-86CC-0907-7A9C2C548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53" y="2090546"/>
            <a:ext cx="4887007" cy="387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371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04DD-9A75-988A-7818-CF097616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E7BF-3D6E-82CB-1B8F-1EC883640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9D0AE-6184-F8F3-9937-846FD8FF4B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2D90A0-D9C2-62EE-ADF3-2ACF3F3A3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4165"/>
            <a:ext cx="5020376" cy="380100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50EAB-14EF-8E60-DD5C-8B1991AED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300" y="2196059"/>
            <a:ext cx="490606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057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E1EB-A75C-2A12-F56D-1D02C5E1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A677-39FF-7F41-3844-96C59DDD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CF1F6E-2B87-D13A-D825-8882304257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933D911-0A2D-04DA-233B-7CE78CE6BF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1007"/>
            <a:ext cx="5020376" cy="379147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BCF023-95D8-D7EA-5729-8D91C720D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055" y="2211007"/>
            <a:ext cx="4906060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51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D55C-3480-5904-697F-3DEB64DB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4495-D8E8-EDCC-DE64-E0180102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7550990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56A12-F53E-3284-79BF-EDA0313B13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6027315-5712-C805-6EE9-240FCB374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8318"/>
            <a:ext cx="4934639" cy="37629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7925D-DBD4-A483-1CEF-EA1467B4E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4538" y="2218318"/>
            <a:ext cx="4944165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504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485D-13F7-3C7F-1847-114E97F7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03A0-A5D8-851A-C7C9-22F4D141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954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0E36D-199E-77C9-3EE3-C6FA9E034E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6A0D754-4FE4-9A19-1A4B-39956C651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8848"/>
            <a:ext cx="5039428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C77E9-EA73-ED82-0BB2-DD190791C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50" y="2208848"/>
            <a:ext cx="4839375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7737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E08C-1971-7329-86E9-6C868605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B45E-E0FA-0E26-713F-FA0B4DF5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533353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D7B20-C0C7-3E5B-FB00-84E09AA9A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0FBC6A-0F80-535D-101F-DCDBB5B0E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03941"/>
            <a:ext cx="5096586" cy="374384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80EBBE-0FA9-FB0B-DE13-1E92CEDF6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633" y="2203941"/>
            <a:ext cx="4877481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05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35EA-51D7-085C-581A-46DAD31F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519EC-73F7-3D6A-42F0-05E60FCB2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256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67F50C-47E6-F791-D4C5-A9F281033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2469"/>
            <a:ext cx="5172797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1311D-0AA8-320D-EB03-C86977EF78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A3713-0762-C9F2-554D-8C95577F6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264" y="2188179"/>
            <a:ext cx="5001323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14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7D14-6A2D-A08B-B67E-DE59EC3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9A1F-03A9-E187-7168-B7222479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344889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4D2AE6-3BD0-592A-0D07-ED89ECDAD1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11337"/>
            <a:ext cx="4982270" cy="376290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8B635-03BD-B7A4-7E54-6D4D716CB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3B93D0-B520-88E0-D481-578937688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705" y="2211337"/>
            <a:ext cx="4858428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910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E014-BF57-FDEA-7A3D-C21291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971D-87B1-6D01-118E-BB5F8CC8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4314E-5B15-FA3B-5EDC-9D51189D4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F9100CA-05D3-45DC-3440-6C32298B4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22397"/>
            <a:ext cx="4991797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CACAF-DF94-3D32-7D8E-BC4AF62FB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106" y="2090547"/>
            <a:ext cx="5048955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60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363A0-DF6C-6D66-1AF1-4BB112B30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E4D6-7E45-6381-7523-90710F24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B53841-E1CD-5D28-27CC-32F46E3558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B6B6A5B-6F67-2510-306C-896D47CB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18764"/>
            <a:ext cx="4953691" cy="3772426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3AEC9-5B29-731D-ACB1-1D7898BEA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684" y="2090185"/>
            <a:ext cx="4963218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CA42-E54B-4158-A290-1688BD730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7338BDB3-59AA-9059-7996-A2F0175288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667A348B-801F-F6C1-BCB1-CF9A3F449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1943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6B6F-AF95-EB09-E2B1-477ED4A3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B04F-3D8D-BB07-A54A-DC7CACFD7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5E961-7D49-296A-D9AD-FB39DBF99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69A47-1EB5-4657-4814-90645E87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24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CAEC-B05F-C1F0-3356-1C899FA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Table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64488-7B55-16E2-77B9-C220CFF03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CB9C5-D32C-D27E-AACF-640851B30F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968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360</Words>
  <Application>Microsoft Office PowerPoint</Application>
  <PresentationFormat>Widescreen</PresentationFormat>
  <Paragraphs>113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Aptos Narrow</vt:lpstr>
      <vt:lpstr>Arial</vt:lpstr>
      <vt:lpstr>Georgia</vt:lpstr>
      <vt:lpstr>System Font Regular</vt:lpstr>
      <vt:lpstr>Office Theme</vt:lpstr>
      <vt:lpstr>1_Office Theme</vt:lpstr>
      <vt:lpstr>Exploring RL Algorithms</vt:lpstr>
      <vt:lpstr>Problem Statement</vt:lpstr>
      <vt:lpstr>Algorithms Implemented</vt:lpstr>
      <vt:lpstr>Environments Explored</vt:lpstr>
      <vt:lpstr>Results</vt:lpstr>
      <vt:lpstr>Pong: DQN (Training)</vt:lpstr>
      <vt:lpstr>Pong: DQN (Evaluation)</vt:lpstr>
      <vt:lpstr>Pong: DDQN (Training)</vt:lpstr>
      <vt:lpstr>Pong DDQN (Evaluation)</vt:lpstr>
      <vt:lpstr>Pong: Dueling DQN (Training)</vt:lpstr>
      <vt:lpstr>Pong Dueling DQN (Evaluation)</vt:lpstr>
      <vt:lpstr>Pong: Rainbow DQN (Training)</vt:lpstr>
      <vt:lpstr>Pong: Rainbow DQN (Evaluation)</vt:lpstr>
      <vt:lpstr>Pong: PPO (Training)</vt:lpstr>
      <vt:lpstr>Pong PPO (Evaluation)</vt:lpstr>
      <vt:lpstr>Summary Table</vt:lpstr>
      <vt:lpstr>Lunar Lander: DQN (Training)</vt:lpstr>
      <vt:lpstr>Lunar Lander: DQN (Evaluation)</vt:lpstr>
      <vt:lpstr>Lunar Lander: DDQN (Training)</vt:lpstr>
      <vt:lpstr>Lunar Lander: DDQN (Evaluation)</vt:lpstr>
      <vt:lpstr>Lunar Lander: Dueling DQN (Training)</vt:lpstr>
      <vt:lpstr>Lunar Lander: Dueling DQN (Evaluation)</vt:lpstr>
      <vt:lpstr>Lunar Lander: Rainbow DQN (Training)</vt:lpstr>
      <vt:lpstr>Lunar Lander: Rainbow DQN (Evaluation)</vt:lpstr>
      <vt:lpstr>Lunar Lander: PPO (Training)</vt:lpstr>
      <vt:lpstr>Lunar Lander: PPO (Evaluation)</vt:lpstr>
      <vt:lpstr>Acrobot: DQN (Training)</vt:lpstr>
      <vt:lpstr>Acrobot: DQN (Evaluation)</vt:lpstr>
      <vt:lpstr>Acrobot: DDQN (Training)</vt:lpstr>
      <vt:lpstr>Acrobot: DDQN (Evaluation)</vt:lpstr>
      <vt:lpstr>Acrobot: Dueling DQN (Training)</vt:lpstr>
      <vt:lpstr>Acrobot: Dueling DQN (Evaluation)</vt:lpstr>
      <vt:lpstr>Acrobot: Rainbow DQN (Training)</vt:lpstr>
      <vt:lpstr>Acrobot: Rainbow DQN (Evaluation)</vt:lpstr>
      <vt:lpstr>Acrobot: PPO (Training)</vt:lpstr>
      <vt:lpstr>Acrobot: PPO (Evaluation)</vt:lpstr>
      <vt:lpstr>Demo</vt:lpstr>
      <vt:lpstr>Challenges</vt:lpstr>
      <vt:lpstr>Contribution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Bhargava</dc:creator>
  <cp:lastModifiedBy>Vivek Viswam R V</cp:lastModifiedBy>
  <cp:revision>7</cp:revision>
  <dcterms:created xsi:type="dcterms:W3CDTF">2025-05-03T01:28:35Z</dcterms:created>
  <dcterms:modified xsi:type="dcterms:W3CDTF">2025-05-03T07:54:50Z</dcterms:modified>
</cp:coreProperties>
</file>